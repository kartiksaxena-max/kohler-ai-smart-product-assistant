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approach: a single privacy-first assistant for KOHLER smart toilets and bidet seats. Four principles: local-first, grounded, multimodal, assistive. Nine capabilities grouped into Ask, See, Fix and Choose. Screenshot is the app home screen from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Streamlit UI routes to five feature modules. Intelligence layer holds intent rules plus TF-IDF retrieval, faster-whisper for speech, and structured extraction. A single Ollama-served Qwen2.5-VL 3B model powers chat and vision. Troubleshooting and the finder are deterministic. All data (knowledge base, tickets, catalog) stays on the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stack: Streamlit + Python for the interface, Ollama serving Qwen2.5-VL 3B for both language and vision, faster-whisper for speech, scikit-learn TF-IDF for retrieval, python-dotenv for configuration and pytest for tests. Key numbers come from the README: about 3.2 GB model, top-4 retrieval, last 8 messages as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Innovation pitch: four differentiators (zero-cloud multimodal AI, prompt-level guardrails, photo-to-model and bill-to-JSON, diagnose-to-ticket loop) and the roadmap taken from the repo: real-time catalog and pricing, stronger OCR, PDF manual ingestion, clearance checks and visual layout, service-centre and CRM integration, and regional India data. Be upfront that this is a research prototype with a small model and small knowledge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00584" cy="100584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|   CORE APPROACH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068312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KOHLER AI Smart Product Assistant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local, grounded AI assistant brings product Q&amp;A, recognition, support and planning into a single experience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github.com/kartiksaxena-max/kohler-ai-smart-product-assistant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714232" y="64556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Kartik Saxena  ·  MIT World Peace University   |  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85416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2308860"/>
            <a:ext cx="210312" cy="21031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213055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and private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77440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images and audio are processed on the user's machine by open models. No cloud AI service and no API key.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2912364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3035808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2857500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Grounded, not guessed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188720" y="3104388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come from retrieved KOHLER support documents and show which sources were used.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3639312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762756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3584448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by design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188720" y="3831336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vision-language model handles text questions, product photos and invoice images.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366260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489704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88720" y="431139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Assistive and safe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188720" y="4558284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first checks for faults, and every result prompts verification against the label or official KOHLER support.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6300216" y="1783080"/>
            <a:ext cx="534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 ·  LIVE UI FROM THE REPO</a:t>
            </a:r>
            <a:endParaRPr lang="en-US" sz="1100" dirty="0"/>
          </a:p>
        </p:txBody>
      </p:sp>
      <p:pic>
        <p:nvPicPr>
          <p:cNvPr id="26" name="Image 4" descr="/home/claude/deck/img/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2103120"/>
            <a:ext cx="5340096" cy="283464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300216" y="2103120"/>
            <a:ext cx="5340096" cy="28346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48640" y="5029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ASSISTANT  ·  NINE CAPABILITIES  ·  FOUR JOBS TO BE DONE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5303520"/>
            <a:ext cx="2656332" cy="100584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85800" y="5422392"/>
            <a:ext cx="365760" cy="36576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" y="5521147"/>
            <a:ext cx="168250" cy="16825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170432" y="5422392"/>
            <a:ext cx="1924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85800" y="5888736"/>
            <a:ext cx="2427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with intent detection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3360420" y="5303520"/>
            <a:ext cx="2656332" cy="100584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497580" y="5422392"/>
            <a:ext cx="365760" cy="36576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6335" y="5521147"/>
            <a:ext cx="168250" cy="16825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982212" y="5422392"/>
            <a:ext cx="1924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3497580" y="5888736"/>
            <a:ext cx="2427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scanner (photo to model)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scanner (invoice to JSON)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172200" y="5303520"/>
            <a:ext cx="2656332" cy="100584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309360" y="5422392"/>
            <a:ext cx="365760" cy="36576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115" y="5521147"/>
            <a:ext cx="168250" cy="16825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793992" y="5422392"/>
            <a:ext cx="1924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6309360" y="5888736"/>
            <a:ext cx="2427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troubleshooting + ticket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and support finder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983980" y="5303520"/>
            <a:ext cx="2656332" cy="100584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9121140" y="5422392"/>
            <a:ext cx="365760" cy="36576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9895" y="5521147"/>
            <a:ext cx="168250" cy="16825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605772" y="5422392"/>
            <a:ext cx="1924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1300" dirty="0"/>
          </a:p>
        </p:txBody>
      </p:sp>
      <p:sp>
        <p:nvSpPr>
          <p:cNvPr id="48" name="Text 37"/>
          <p:cNvSpPr txBox="1"/>
          <p:nvPr/>
        </p:nvSpPr>
        <p:spPr>
          <a:xfrm>
            <a:off x="9121140" y="5888736"/>
            <a:ext cx="2427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finder by style, budget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Bathroom planner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00584" cy="100584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|   SYSTEM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068312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KOHLER AI Smart Product Assistant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layered architecture keeps retrieval, reasoning and data entirely on the user's own machine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github.com/kartiksaxena-max/kohler-ai-smart-product-assistant  (README, app/ modules)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714232" y="64556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Kartik Saxena  ·  MIT World Peace University   |  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924812"/>
            <a:ext cx="82296" cy="82296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38044"/>
            <a:ext cx="82296" cy="82296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497580"/>
            <a:ext cx="82296" cy="82296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163824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82296" cy="82296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AI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82296" cy="82296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8188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1737360"/>
            <a:ext cx="9537192" cy="45720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94560" y="1737360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 →  Streamlit app (app/main.py)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routing · quick actions · chat · file uploads · JSON downloads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2395728"/>
            <a:ext cx="1819656" cy="566928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94560" y="239572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ai.py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32504" y="2395728"/>
            <a:ext cx="1819656" cy="566928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23944" y="239572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voice.py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61888" y="2395728"/>
            <a:ext cx="1819656" cy="566928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53328" y="239572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+ bill scanners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vision.py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91272" y="2395728"/>
            <a:ext cx="1819656" cy="566928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82712" y="239572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troubleshooting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troubleshooting.py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820656" y="2395728"/>
            <a:ext cx="1819656" cy="566928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12096" y="2395728"/>
            <a:ext cx="1636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 + planner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catalog.py · planner.py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03120" y="3163824"/>
            <a:ext cx="1819656" cy="749808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94560" y="3163824"/>
            <a:ext cx="1636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+ retrieval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intent rules, then top-4 document search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32504" y="3163824"/>
            <a:ext cx="1819656" cy="749808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23944" y="3163824"/>
            <a:ext cx="1636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faster-whisper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 · CPU · int8, transcript goes to chat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61888" y="3163824"/>
            <a:ext cx="1819656" cy="749808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53328" y="3163824"/>
            <a:ext cx="1636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extraction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JSON, temperature 0.1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91272" y="3163824"/>
            <a:ext cx="1819656" cy="749808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82712" y="3163824"/>
            <a:ext cx="1636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first checks for no power, not flushing, leaking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820656" y="3163824"/>
            <a:ext cx="1819656" cy="749808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912096" y="3163824"/>
            <a:ext cx="1636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search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category, style, budget and room-area shortlist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03120" y="4114800"/>
            <a:ext cx="5678424" cy="502920"/>
          </a:xfrm>
          <a:prstGeom prst="rect">
            <a:avLst/>
          </a:prstGeom>
          <a:solidFill>
            <a:srgbClr val="121212"/>
          </a:solidFill>
          <a:ln w="22225">
            <a:solidFill>
              <a:srgbClr val="86BC2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194560" y="4114800"/>
            <a:ext cx="5495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 ·  Qwen2.5-VL 3B  ·  127.0.0.1:11434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local model for chat (temp 0.2) and vision (temp 0.1)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891272" y="4114800"/>
            <a:ext cx="3749040" cy="50292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82712" y="4114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logic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call needed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03120" y="4818888"/>
            <a:ext cx="3749040" cy="50292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94560" y="4818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base: data/ (.txt, .md)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auto-indexed, each file starts with a SOURCE: line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961888" y="4818888"/>
            <a:ext cx="1819656" cy="50292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053328" y="481888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uploads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audio deleted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891272" y="4818888"/>
            <a:ext cx="1819656" cy="50292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982712" y="481888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tickets.json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never sent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820656" y="4818888"/>
            <a:ext cx="1819656" cy="50292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912096" y="481888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catalog.json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product catalog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012948" y="2194560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942332" y="2194560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871716" y="2194560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801100" y="2194560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0730484" y="2194560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012948" y="2962656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942332" y="2962656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871716" y="2962656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8801100" y="2962656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0730484" y="2962656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012948" y="3913632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942332" y="3913632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871716" y="3913632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8801100" y="3913632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0730484" y="3913632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012948" y="4617720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dash"/>
            <a:headEnd type="triangl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4942332" y="4617720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dash"/>
            <a:headEnd type="triangl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6871716" y="4617720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dash"/>
            <a:headEnd type="triangl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8801100" y="4617720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dash"/>
            <a:headEnd type="triangl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0730484" y="4617720"/>
            <a:ext cx="0" cy="201168"/>
          </a:xfrm>
          <a:prstGeom prst="line">
            <a:avLst/>
          </a:prstGeom>
          <a:noFill/>
          <a:ln w="15875">
            <a:solidFill>
              <a:srgbClr val="9A9A9A"/>
            </a:solidFill>
            <a:prstDash val="dash"/>
            <a:headEnd type="triangle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548640" y="55595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PIPELINE IN FOUR STEPS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48640" y="5879592"/>
            <a:ext cx="274320" cy="2743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48640" y="5879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914400" y="5833872"/>
            <a:ext cx="22791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intent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usage, troubleshooting, warranty, installation, care or purchase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3348990" y="5879592"/>
            <a:ext cx="274320" cy="2743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348990" y="5879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3714750" y="5833872"/>
            <a:ext cx="22791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cosine blended with keyword overlap, top 4 docs kept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6149340" y="5879592"/>
            <a:ext cx="274320" cy="2743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149340" y="5879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6515100" y="5833872"/>
            <a:ext cx="22791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 gets docs, last 8 messages and a no-invention prompt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8949690" y="5879592"/>
            <a:ext cx="274320" cy="2743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949690" y="5879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9315450" y="5833872"/>
            <a:ext cx="22791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with the detected intent and the sources used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00584" cy="100584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|   TECH STACK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068312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KOHLER AI Smart Product Assistant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lean open-source stack delivers multimodal AI with no cloud service and no API key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github.com/kartiksaxena-max/kohler-ai-smart-product-assistant  (README, requirements.txt, .env.example)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714232" y="64556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Kartik Saxena  ·  MIT World Peace University   |   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2237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IN THE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UI, page routing, file uploads and JSON downloads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3.10+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Single-language codebase with 12 focused modules under app/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AI runtime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Ollama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Serves the model over a local API on 127.0.0.1:11434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Vision-language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Qwen2.5-VL 3B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model for chat, product photos and invoice extraction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Speech to 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faster-whisper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model on CPU (int8) transcribes wav, mp3 and m4a locally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TF-IDF, scikit-learn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Unigram and bigram cosine similarity blended with keyword overlap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python-dotenv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Model, URL and timeout set through .env (180 s default)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for retrieval and intent detection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138160" y="1828800"/>
            <a:ext cx="1696212" cy="91440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1901952"/>
            <a:ext cx="1421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2377440"/>
            <a:ext cx="1421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or cloud AI calls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944100" y="1828800"/>
            <a:ext cx="1696212" cy="91440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81260" y="1901952"/>
            <a:ext cx="1421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GB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10081260" y="2377440"/>
            <a:ext cx="1421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local model download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38160" y="2834640"/>
            <a:ext cx="1696212" cy="91440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2907792"/>
            <a:ext cx="1421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3383280"/>
            <a:ext cx="1421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retrieved per question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944100" y="2834640"/>
            <a:ext cx="1696212" cy="91440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81260" y="2907792"/>
            <a:ext cx="1421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10081260" y="3383280"/>
            <a:ext cx="1421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messages kept as context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138160" y="3986784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VISION OUTPUT  ·  PRODUCT SCANNER</a:t>
            </a:r>
            <a:endParaRPr lang="en-US" sz="1000" dirty="0"/>
          </a:p>
        </p:txBody>
      </p:sp>
      <p:pic>
        <p:nvPicPr>
          <p:cNvPr id="22" name="Image 0" descr="/home/claude/deck/img/crop_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261104"/>
            <a:ext cx="3154680" cy="198708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138160" y="4261104"/>
            <a:ext cx="3154680" cy="198708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A3A3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00584" cy="100584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|   INNOVATION PITCH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068312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KOHLER AI Smart Product Assistant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multimodal support AI is the differentiator, with a clear path from prototype to production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prototype for the KOHLER-MITWPU AI Research Lab Program, not an official KOHLER product. Outputs are assistive and must be verified.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714232" y="64556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Kartik Saxena  ·  MIT World Peace University   |  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023360" cy="146304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11680"/>
            <a:ext cx="420624" cy="42062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088" y="2125248"/>
            <a:ext cx="193487" cy="19348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98448" y="20116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Zero-cloud multimodal AI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5786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vision and speech all run on-device with open models. No API key, no cloud AI service, no data leaving the machine.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1828800"/>
            <a:ext cx="4023360" cy="146304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2011680"/>
            <a:ext cx="420624" cy="42062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328" y="2125248"/>
            <a:ext cx="193487" cy="19348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04688" y="20116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built into the prompt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937760" y="25786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may not invent models, prices, warranty eligibility or repair steps. Retrieved text is untrusted, and every answer cites its sources.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429000"/>
            <a:ext cx="4023360" cy="146304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11880"/>
            <a:ext cx="420624" cy="42062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88" y="3725448"/>
            <a:ext cx="193487" cy="19348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98448" y="36118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Photo-to-model and bill-to-JSON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41788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vision model identifies a product from a photo and turns an invoice into structured JSON, ready to download.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754880" y="3429000"/>
            <a:ext cx="4023360" cy="146304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37760" y="3611880"/>
            <a:ext cx="420624" cy="420624"/>
          </a:xfrm>
          <a:prstGeom prst="ellipse">
            <a:avLst/>
          </a:prstGeom>
          <a:solidFill>
            <a:srgbClr val="000000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1328" y="3725448"/>
            <a:ext cx="193487" cy="19348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504688" y="36118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Diagnose-to-ticket loop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937760" y="41788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troubleshooting runs safe first checks, then saves a support ticket locally as JSON for easy handoff.</a:t>
            </a:r>
            <a:endParaRPr lang="en-US" sz="1150" dirty="0"/>
          </a:p>
        </p:txBody>
      </p:sp>
      <p:pic>
        <p:nvPicPr>
          <p:cNvPr id="28" name="Image 4" descr="/home/claude/deck/img/crop_bi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828800"/>
            <a:ext cx="2633472" cy="247644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006840" y="1828800"/>
            <a:ext cx="2633472" cy="247644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9006840" y="4378397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scanner: synthetic demo invoice turned into structured JSON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5029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PRODUCTION  (ROADMAP FROM THE REPO)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48640" y="5303520"/>
            <a:ext cx="3566160" cy="1005840"/>
          </a:xfrm>
          <a:prstGeom prst="rect">
            <a:avLst/>
          </a:prstGeom>
          <a:solidFill>
            <a:srgbClr val="121212"/>
          </a:solidFill>
          <a:ln w="22225">
            <a:solidFill>
              <a:srgbClr val="86BC2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13232" y="5477256"/>
            <a:ext cx="91440" cy="91440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96112" y="5404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 ·  Prototype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713232" y="573328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RAG chat, product and bill scanners, voice, troubleshooting, finder and planner, all working in the demo.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311396" y="5303520"/>
            <a:ext cx="3566160" cy="100584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475988" y="5477256"/>
            <a:ext cx="91440" cy="91440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658868" y="5404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·  Data depth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4475988" y="573328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KOHLER catalog and pricing, stronger invoice OCR, and PDF manual ingestion into the knowledge base.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074152" y="5303520"/>
            <a:ext cx="3566160" cy="1005840"/>
          </a:xfrm>
          <a:prstGeom prst="rect">
            <a:avLst/>
          </a:prstGeom>
          <a:solidFill>
            <a:srgbClr val="121212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238744" y="5477256"/>
            <a:ext cx="91440" cy="91440"/>
          </a:xfrm>
          <a:prstGeom prst="ellipse">
            <a:avLst/>
          </a:prstGeom>
          <a:solidFill>
            <a:srgbClr val="86BC25"/>
          </a:solidFill>
          <a:ln w="6350">
            <a:solidFill>
              <a:srgbClr val="86BC25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421624" y="5404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 ·  Service integration</a:t>
            </a:r>
            <a:endParaRPr lang="en-US" sz="1150" dirty="0"/>
          </a:p>
        </p:txBody>
      </p:sp>
      <p:sp>
        <p:nvSpPr>
          <p:cNvPr id="43" name="Text 36"/>
          <p:cNvSpPr txBox="1"/>
          <p:nvPr/>
        </p:nvSpPr>
        <p:spPr>
          <a:xfrm>
            <a:off x="8238744" y="5733288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Clearance checks and visual layout, service-centre and CRM integration, and regional (India) product and warranty data.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KOHLER AI Smart Product Assistant</dc:title>
  <dc:subject>PptxGenJS Presentation</dc:subject>
  <dc:creator>Kartik Saxena</dc:creator>
  <cp:lastModifiedBy>Kartik Saxena</cp:lastModifiedBy>
  <cp:revision>1</cp:revision>
  <dcterms:created xsi:type="dcterms:W3CDTF">2026-09-20T04:45:30Z</dcterms:created>
  <dcterms:modified xsi:type="dcterms:W3CDTF">2026-09-20T04:45:30Z</dcterms:modified>
</cp:coreProperties>
</file>